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photoAlbum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310E-D341-44A4-9B4F-159174904912}" type="datetimeFigureOut">
              <a:rPr lang="he-IL" smtClean="0"/>
              <a:pPr/>
              <a:t>י"ז/אב/תשפ"ג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89A8E-9589-4CA1-8AB9-04E5AB36D454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2564904"/>
            <a:ext cx="7772400" cy="1470025"/>
          </a:xfrm>
        </p:spPr>
        <p:txBody>
          <a:bodyPr/>
          <a:lstStyle/>
          <a:p>
            <a:r>
              <a:rPr lang="he-IL" dirty="0" smtClean="0">
                <a:solidFill>
                  <a:srgbClr val="0070C0"/>
                </a:solidFill>
              </a:rPr>
              <a:t>אישים מפורסמים </a:t>
            </a:r>
            <a:r>
              <a:rPr lang="he-IL" dirty="0" err="1" smtClean="0">
                <a:solidFill>
                  <a:srgbClr val="0070C0"/>
                </a:solidFill>
              </a:rPr>
              <a:t>מביאליסטוק</a:t>
            </a:r>
            <a:endParaRPr lang="he-IL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1נחום צמח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112963" y="0"/>
            <a:ext cx="49180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2הבימה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854075"/>
            <a:ext cx="9144000" cy="51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3ישראל_בקר_1945_1947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411413" y="0"/>
            <a:ext cx="43195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4ישראל בקר.jpe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773113" y="0"/>
            <a:ext cx="7597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5זמנהוף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511175" y="0"/>
            <a:ext cx="81200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6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190750" y="0"/>
            <a:ext cx="47609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60796"/>
            <a:ext cx="4464496" cy="6749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8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555875" y="0"/>
            <a:ext cx="4032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9.jpe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493713" y="0"/>
            <a:ext cx="81565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10.pn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209550"/>
            <a:ext cx="9144000" cy="643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11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12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376238"/>
            <a:ext cx="9144000" cy="610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13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‫הצגה על המסך (4:3)</PresentationFormat>
  <Paragraphs>1</Paragraphs>
  <Slides>14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5" baseType="lpstr">
      <vt:lpstr>ערכת נושא Office</vt:lpstr>
      <vt:lpstr>אישים מפורסמים מביאליסטוק</vt:lpstr>
      <vt:lpstr>שקופית 2</vt:lpstr>
      <vt:lpstr>שקופית 3</vt:lpstr>
      <vt:lpstr>שקופית 4</vt:lpstr>
      <vt:lpstr>שקופית 5</vt:lpstr>
      <vt:lpstr>שקופית 6</vt:lpstr>
      <vt:lpstr>שקופית 7</vt:lpstr>
      <vt:lpstr>שקופית 8</vt:lpstr>
      <vt:lpstr>שקופית 9</vt:lpstr>
      <vt:lpstr>שקופית 10</vt:lpstr>
      <vt:lpstr>שקופית 11</vt:lpstr>
      <vt:lpstr>שקופית 12</vt:lpstr>
      <vt:lpstr>שקופית 13</vt:lpstr>
      <vt:lpstr>שקופית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אישים מפורסמים מביאליסטוק</dc:title>
  <dc:creator>owner</dc:creator>
  <cp:lastModifiedBy>owner</cp:lastModifiedBy>
  <cp:revision>2</cp:revision>
  <dcterms:created xsi:type="dcterms:W3CDTF">2023-08-03T14:33:31Z</dcterms:created>
  <dcterms:modified xsi:type="dcterms:W3CDTF">2023-08-04T13:24:38Z</dcterms:modified>
</cp:coreProperties>
</file>